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31dbac4-77b0-3de3-7d39-04559b4fc34a}">
          <p14:sldIdLst>
            <p14:sldId id="256"/>
            <p14:sldId id="257"/>
            <p14:sldId id="258"/>
            <p14:sldId id="259"/>
          </p14:sldIdLst>
        </p14:section>
        <p14:section name="Arquiteturas" id="{4722a07c-d92f-8b07-dc3e-caa3fea251fe}">
          <p14:sldIdLst>
            <p14:sldId id="260"/>
            <p14:sldId id="261"/>
            <p14:sldId id="262"/>
            <p14:sldId id="263"/>
          </p14:sldIdLst>
        </p14:section>
        <p14:section name="A estação" id="{c8ccc2e1-f1ca-33f6-7220-09f3c7f51cb9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Orçamento" id="{6c1d7855-4790-9399-ac10-5e87b7498320}">
          <p14:sldIdLst>
            <p14:sldId id="270"/>
            <p14:sldId id="271"/>
            <p14:sldId id="272"/>
          </p14:sldIdLst>
        </p14:section>
        <p14:section name="Próximos passos" id="{50796829-a88e-d4d8-327a-13f8cc740379}">
          <p14:sldIdLst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—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 — só peças</c:v>
                  </c:pt>
                  <c:pt idx="1">
                    <c:v>A interna — peças + mão de obra</c:v>
                  </c:pt>
                  <c:pt idx="2">
                    <c:v>B2 — RFID leitor fixo</c:v>
                  </c:pt>
                  <c:pt idx="3">
                    <c:v>B1 — RFID pulseira</c:v>
                  </c:pt>
                  <c:pt idx="4">
                    <c:v>A terceiros — placa própria (EMS)</c:v>
                  </c:pt>
                  <c:pt idx="5">
                    <c:v>A terceiros —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211</c:v>
                </c:pt>
                <c:pt idx="1">
                  <c:v>284</c:v>
                </c:pt>
                <c:pt idx="2">
                  <c:v>308</c:v>
                </c:pt>
                <c:pt idx="3">
                  <c:v>309</c:v>
                </c:pt>
                <c:pt idx="4">
                  <c:v>369</c:v>
                </c:pt>
                <c:pt idx="5">
                  <c:v>906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objetivo da reunião é decidir o piloto e a arquitetura. Tudo o que for mostrado tem planilha, documento técnico e simulador como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mede o ganho real antes do investimento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conferência, como hoje, para não alterar processos além do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e fechamento só com a leitura atende ao pedido da operação: selecionar opção na tela reduz produtividade.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alternativa A1 (app) dá a melhor experiência; A2 (tela do WMS) é mais rápida de desenvolver e pode servir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Leitores de pulso comerciais são UHF (ex.: FEIG ≈ US$ 997) e leem de longe, com risco de pegar a caixa vizinha. Por isso a proposta usa NFC de curto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Arquitetura B reaproveita 100% da infraestrutura de displays da A, então começar pela A não perde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 (≈ 20 cm). A transferência passa a bacia para a separação e o rolete direcionador manda para 2 estações à esquerda ou 2 à direita (ex.: entre 11 e 12 atende 10 a 13; na ponta, entre 3 e 4 atende 3, 4 e 5). A bacia só entra nas estações com itens do pedido. Alto giro na frente do operador, com a esteira de transporte passando por dentro (por baixo do andar 3 e por cima do andar 4) e a de separação aberta na frente; corredor do baixo giro atrás do operador, com 020-031 à esquerda e 015 + 043 a 032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+ 20 nos andares 4-5, atendidos por 4 displays E+Q) e 160 de baixo giro em 8 zonas (4 por lado, displays na altura dos olhos).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central da operação é reduzir manutenção. Cada módulo se conecta por RJ45; o nó de coluna concentra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arquiteto de software: o serviço lê os itens por views no Sybase para não acoplar ao modelo do WMS. Linguagem e hospedagem do serviço ficam para a decisão da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(EMS) só se paga em escala por causa do projeto (≈ R$ 15 mil) e da importação. Todas as quantidades e preços são editáveis na 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 custo de peças fica praticamente igual (R$ 211 mil × R$ 208 mil), mas 5 V exige mais pontos de alimentação e aumenta a manutenção — por isso a recomendação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Prazos estimados;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completos na seção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(repositório picking_to_light, pasta simulador-3d): python iniciar_3d.py. Usar a estação 05 com os 209 endereços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as quatro decisões permitem iniciar o protótipo de bancada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Arquitetura, funcionamento, orçamento e demonstração · 40 estações de Medicamento e Perfumaria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5780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Versão para decisão · 23/10/2026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Resumo: piloto de R$ 15,4 mil para validar a operação completa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Medicamento + 20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R$ 284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R$ 15,4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Recomendação: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Arquitetura A (coletores MovFast já existentes + concentrador + displays), produção interna em 12 V, piloto nas estações 05 e 27. A Arquitetura B (RFID) fica como evolução, usando a mesma infraestrutura de displays.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4300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Decisões pedidas hoje: aprovar o piloto, a arquitetura A como base e o caminho de produção interna.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Hoje o operador procura o endereço; a luz passa a indicar onde e quanto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≈ 3.000 volumes/dia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produtos/dia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em linha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era o problema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na experiência anterior (fios contínuos na canaleta)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 de qualquer display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Visão em tempo real para gestão e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Fora do escopo agora: controle da esteira (BHT), falta no display (segue na conferência) e reposição (melhoria futura).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Quatro passos, nenhum toque na tela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Alto giro: todos os endereços com a quantidade. Baixo giro: endereço + quantidade por zona.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todos apagados, nova leitura fecha, registra no Sybase e a bacia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acontecem com a leitura RFID da tag fixa na caixa retornável.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Duas arquiteturas, uma mesma infraestrutura de displays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 muda só a forma de identificar a caixa: coletor (A) ou RFID (B)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existente + concentrador por estação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(recomendado)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+ MQTT, integra Sybase e API do BHT, painel de gestão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Ethernet cabeada, 2 barramentos RS-485, fonte 12 V,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 retornável, mesmos displays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 — leitor fixo (recomendado)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na posição da caixa + painel LCD. Nada no corpo do operador.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 —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≈ R$ 130 por unidade, mãos livres; bateria e conforto são o ponto de atenção.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 ≈ R$ 2,37/un; frota estimada de 5.000 caixas (confirmar).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começa mais rápido e mais barato; B tira o coletor da mão do operador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 —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 — RFID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já existentes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fixa na caixa + leitor por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Ação do operador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(abre); nova leitura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 —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R$ 284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R$ 308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1.000 h +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 (tags, cadastro, mecânica)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estação: alto giro na esteira, baixo giro no corredor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conforme o desenho da operação, com os endereços reais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Uma transferência atende 4 estações; a bacia volta à esteira de qualquer ponto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497" y="1143000"/>
            <a:ext cx="1010652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Andar 0 em cima; alto giro com display por endereço e baixo giro por zonas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0-3 (de cima):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4-5: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4 displays por estação (A4 e A5 em cada lado) com endereço + quantidade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4 zonas por lado do corredor, display de endereço + quantidade na altura dos olhos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Conector em todos os trechos: display trocado em menos de 5 minutos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RS-485 e 12 V no mesmo cabo;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Diferente do sistema anterior: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chega a 34% em 5 V e a 14% em 12 V, absorvida pelos reguladores locais.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contra poeira e calor; auto-teste diário dos displays.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No coletor, só o necessário: abrir, acompanhar e fechar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monitoramento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Status das 40 estações em tempo real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Caixas/hora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Módulos e concentradores com falha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Para gestão da operação e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Integração: o Serviço PTL fala com o Sybase, a API do BHT e os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PTL (sessões, eventos, mapa) e views dos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caixa; aviso de conclusão a validar com o fornecedor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por estação, com usuário e ACL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dedicada; coletores no Wi-Fi existente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 e caminhos de produção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cotados em lojas brasileiras em 23/10/2026; estimativas marcadas na planilha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Produção interna custa um terço de um sistema comercial importado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+ 27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11.668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 + MO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15.415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 — RFID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16.588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placa própria (EMS)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34.027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46.363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 estimado: ≈ 1.080 h (A) e ≈ 1.000 h (B). Mão de obra a R$ 34,93/h (salário médio de técnico + encargos).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Interno no piloto; placa própria como opção de escala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R$ 284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imediata, domínio total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Exige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R$ 369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 ≈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Qualidade e repetibilidade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R$ 906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≈ 3× o custo da produção interna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Cotação formal necessária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Piloto em cerca de 10 semanas, expansão por esteira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3-4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 concentrador, 1 nó, displays, Serviço PTL mínimo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6-8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painel, medição antes/depois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Indicadores, ajuste das zonas, decisão A/B e produção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10-14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em lotes de 5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passagem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e medidas das estações, média de itens por caixa, acesso à API do BHT e às tabelas de pedido no Sybase, e definição da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conhecidos já têm mitigação no desenho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 (experiência anterior)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rápida, auto-teste diário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cooler; componentes para 0-50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Dependência de um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 opção de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Adoção pelos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operadores-chave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Demonstração: a estação 05 em 3D, com o fluxo completo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(≈ 5 min)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Bacia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(ou modo RFID)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(endereços reais)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botões; zonas avançam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fecha; bacia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Painel mostra tempo e produtividade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 para hoje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(≈ R$ 15,4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Adotar a Arquitetura A como base, com B como evolução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Produção interna em 12 V no piloto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fotos,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 — Arquitetura e orçamento</dc:title>
  <dc:subject>PptxGenJS Presentation</dc:subject>
  <dc:creator>PptxGenJS</dc:creator>
  <cp:lastModifiedBy>PptxGenJS</cp:lastModifiedBy>
  <cp:revision>1</cp:revision>
  <dcterms:created xsi:type="dcterms:W3CDTF">2026-10-24T18:31:58Z</dcterms:created>
  <dcterms:modified xsi:type="dcterms:W3CDTF">2026-10-24T18:31:58Z</dcterms:modified>
</cp:coreProperties>
</file>