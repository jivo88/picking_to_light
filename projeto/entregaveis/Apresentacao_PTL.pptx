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a205dbd-4fe7-90e7-257c-bfea786cf184}">
          <p14:sldIdLst>
            <p14:sldId id="256"/>
            <p14:sldId id="257"/>
            <p14:sldId id="258"/>
            <p14:sldId id="259"/>
          </p14:sldIdLst>
        </p14:section>
        <p14:section name="Arquiteturas" id="{ee748f59-f453-c202-f8cc-7133870ab634}">
          <p14:sldIdLst>
            <p14:sldId id="260"/>
            <p14:sldId id="261"/>
            <p14:sldId id="262"/>
            <p14:sldId id="263"/>
            <p14:sldId id="264"/>
          </p14:sldIdLst>
        </p14:section>
        <p14:section name="A estação" id="{3b7fb97d-3a79-a642-956b-4a3eda735223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Orçamento" id="{53912458-517c-0a55-f3d4-61c501c29c2e}">
          <p14:sldIdLst>
            <p14:sldId id="271"/>
            <p14:sldId id="272"/>
            <p14:sldId id="273"/>
          </p14:sldIdLst>
        </p14:section>
        <p14:section name="Próximos passos" id="{5d1b2d9f-108d-d823-7a0b-5d50722e4f1b}">
          <p14:sldIdLst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para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interna, só materiais</c:v>
                  </c:pt>
                  <c:pt idx="1">
                    <c:v>A interna, com mão de obra</c:v>
                  </c:pt>
                  <c:pt idx="2">
                    <c:v>B2, RFID com leitor fixo</c:v>
                  </c:pt>
                  <c:pt idx="3">
                    <c:v>B1, RFID com pulseira</c:v>
                  </c:pt>
                  <c:pt idx="4">
                    <c:v>A com placa própria (EMS)</c:v>
                  </c:pt>
                  <c:pt idx="5">
                    <c:v>A com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364</c:v>
                </c:pt>
                <c:pt idx="2">
                  <c:v>391</c:v>
                </c:pt>
                <c:pt idx="3">
                  <c:v>397</c:v>
                </c:pt>
                <c:pt idx="4">
                  <c:v>413</c:v>
                </c:pt>
                <c:pt idx="5">
                  <c:v>937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reunião: decidir o piloto e a arquitetura. A planilha, o documento técnico e o simulador estão disponíveis para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permite medir o ganho antes de investir no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 para não mudar mais processos do que 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operação pediu que abrir e fechar a caixa fosse só pela leitura, sem escolher opção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 (A1) é melhor para o operador. A tela do WMS (A2) é mais rápida de fazer e pode ser usada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Azul: software novo (Serviço PTL). Verde: hardware novo em cada estação. Marrom: sistemas que já existem. Tracejado: opcional ou só na Arquitetura B. O serviço fala com o Sybase por SQL, com o BHT por HTTP e com os 40 concentradores por MQTT na rede cabeada; cada concentrador comanda dois barramentos RS-485.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leitores de pulso comerciais são UHF (o FEIG custa cerca de US$ 997) e leem de longe, podendo pegar a caixa vizinha. Por isso a proposta usa NFC, que lê a poucos centímetros.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B usa toda a parte de displays da A, então começar pela A não desperdiça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lado, a uns 20 cm uma da outra.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 esteira de transporte passando por dentro (por baixo do andar 3 e por cima do andar 4) e a de separação aberta na frente; corredor do baixo giro atrás do operador, com 020-031 à esquerda e 015 + 043 a 032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e 20 nos andares 4 e 5, atendidos por quatro displays) e 160 de baixo giro em 8 zonas (4 por lado, displays na altura dos olhos).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principal pedido da operação é reduzir a manutenção. Cada módulo se liga por RJ45 e o nó de coluna reúne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arquitetura de software: o serviço lê os itens por views no Sybase para não depender do modelo do WMS. Linguagem e servidor ainda serão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só compensa em escala, por causa do projeto (cerca de R$ 15 mil) e da importação. Quantidades e preços podem ser alterados na planilha. Mão de obra a R$ 34,93/h (técnico) e software a R$ 103,78/h (analista de desenvolvimento), salários médios do salario.com.br com encargos. Os materiais incluem canaleta pelo layout real, alimentação dos concentradores, tomadas novas, nobreak e rack dos switches, ferramentas e frete.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os materiais ficam praticamente iguais (R$ 266 mil × R$ 269 mil), porque o cabo de força extra do 5 V custa mais do que os reguladores economizados, e o 5 V ainda aumenta a manutenção. Por isso a indicação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prazos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no item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pela pasta simulador-3d do repositório picking_to_light (python iniciar_3d.py) e usar a estação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essas quatro decisões, o protótipo de bancada pode começar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Proposta de arquitetura, orçamento e piloto para as 40 estações de Medicamento e Perfumaria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TI · outubro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de Medicamento e 20 de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R$ 364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R$ 22,2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Proposta: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começar pela Arquitetura A, que usa os coletores MovFast que já temos, com os módulos montados internamente e alimentação em 12 V. O piloto seria nas estações 05 e 27. A Arquitetura B (RFID) pode vir depois, aproveitando os mesmos displays.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 decidir hoje: aprovação do piloto, Arquitetura A como base e montagem interna dos módulos.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Situação atual e objetivos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Cerca de 3.000 volumes por 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 por 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no sistema anterior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fios contínuos na canaleta davam muito trabalho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Trocar um display com defeito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Acompanhamento das estações pela gestão e pela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Fica fora nesta fase: controle da esteira (continua no BHT), falta de produto (continua na conferência) e reposição.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Como funciona na estação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alto giro acendem todos os endereços da caixa. No baixo giro, cada zona mostra endereço e quantidade.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tudo apagado, nova leitura fecha a caixa, grava no Sybase e a caixa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são feitos pela leitura da tag RFID fixa na caixa.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Arquiteturas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As duas usam os mesmos displays. Muda apenas como a caixa é identificada: pelo coletor (A) ou por RFID (B).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de dados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(indicado)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e MQTT, ligado ao Sybase e à API do BHT, com painel de acompanhamento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Rede cabeada, dois barramentos RS-485, fonte de 12 V e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de componentes</a:t>
            </a:r>
            <a:endParaRPr lang="en-US" sz="2600" dirty="0"/>
          </a:p>
        </p:txBody>
      </p:sp>
      <p:pic>
        <p:nvPicPr>
          <p:cNvPr id="3" name="Image 0" descr="/home/claude/ptl-projeto/diagramas/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380" y="1097280"/>
            <a:ext cx="8256760" cy="5212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B2: leitor fixo (indicado)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no ponto onde a caixa para e painel LCD. O operador não carrega nada.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B1: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Cerca de R$ 130 por unidade, mãos livres. Bateria e conforto preocupam.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NTAG213, cerca de R$ 2,37 cada. Frota estimada em 5.000 caixas, a confirmar.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Comparação entre A e B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A: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B2: RFID com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que já temos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em cada caixa e leitor em cada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 que o operador faz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Aperta o 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 e lê de novo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Hardware,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R$ 364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R$ 391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1.000 h, mais o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Maior, por causa das tags, do cadastro e da instalação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desenhado com a operação e com os endereços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Planta da estação e transferência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497" y="1143000"/>
            <a:ext cx="1010652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Vista frontal da estação 05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 a 3: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 e 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quatro displays de endereço e quantidade (A4 e A5 em cada lado)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quatro zonas por lado, com display na altura dos olhos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Displays e cabeamento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e 12 V no mesmo cabo.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Ao contrário do sistema anterior,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é de 34% em 5 V e de 14% em 12 V, que os reguladores dos módulos compensam.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por causa da poeira e do calor. Teste dos displays a cada turno.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Telas do coletor e painel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acompanhamento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Situação das 40 estações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 por 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Módulos e concentradores com falha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Usado pela gestão da operação e pela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 com Sybase, BHT e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do PTL (sessões, eventos e mapa) e views com 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caixa. O aviso de conclusão depende do fornecedor.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de cada estação, com usuário e permissão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só do PTL. Coletores no Wi-Fi atual.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pesquisados em lojas brasileiras em 23 e 26/10/2026. Os itens estimados estão marcados na planilha.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Custo de hardware por cenário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e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materiais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16.707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com mão de obra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22.204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B2,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23.542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placa própria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38.859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50.447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interno: cerca de 1.104 h (A) e 1.024 h (B), ou R$ 115 mil e R$ 106 mil. Com 10% de contingência e o software, a Arquitetura A soma cerca de R$ 515 mil.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Fazer internamente ou comprar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R$ 364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R$ 413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placa, cerca de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Peças sempre iguais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R$ 937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Cerca de 2,5 vezes o custo interno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cotação formal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 a 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 concentrador, um nó, displays e versão mínima do Serviço PTL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a 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 e medição antes e 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Resultados, ajuste das zonas e decisão entre A e B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 a 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de cinco em cinco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entrega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Precisamos 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medidas das estações, média de itens por caixa, acesso à API do BHT e às tabelas de pedido no Sybase e 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e como tratar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alta, como no sistema anterior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 e teste a cada turno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 e componentes para 0 a 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Depender de um único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e, se necessário,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Resistência dos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 experientes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 no simulador 3D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(5 minutos)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 caixa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ou por RFID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com os endereços da tabela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 e a caixa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Painel com tempo e produtividade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(cerca de R$ 22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Usar a Arquitetura A como base e deixar a B para depois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Montar os módulos internamente, em 12 V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medidas,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Pick-to-Light: arquitetura e orçamento</dc:title>
  <dc:subject>PptxGenJS Presentation</dc:subject>
  <dc:creator>PptxGenJS</dc:creator>
  <cp:lastModifiedBy>PptxGenJS</cp:lastModifiedBy>
  <cp:revision>1</cp:revision>
  <dcterms:created xsi:type="dcterms:W3CDTF">2026-10-26T12:12:40Z</dcterms:created>
  <dcterms:modified xsi:type="dcterms:W3CDTF">2026-10-26T12:12:40Z</dcterms:modified>
</cp:coreProperties>
</file>