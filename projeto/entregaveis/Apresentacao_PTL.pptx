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53b322e-203f-2f24-fbc3-ffe2b5df6a22}">
          <p14:sldIdLst>
            <p14:sldId id="256"/>
            <p14:sldId id="257"/>
            <p14:sldId id="258"/>
            <p14:sldId id="259"/>
          </p14:sldIdLst>
        </p14:section>
        <p14:section name="Arquiteturas" id="{dd2c9928-35e9-e27e-aeee-34089a9cfb18}">
          <p14:sldIdLst>
            <p14:sldId id="260"/>
            <p14:sldId id="261"/>
            <p14:sldId id="262"/>
            <p14:sldId id="263"/>
          </p14:sldIdLst>
        </p14:section>
        <p14:section name="A estação" id="{4a8de64a-2b46-51b1-5c01-29dfd9062c24}">
          <p14:sldIdLst>
            <p14:sldId id="264"/>
            <p14:sldId id="265"/>
            <p14:sldId id="266"/>
            <p14:sldId id="267"/>
            <p14:sldId id="268"/>
          </p14:sldIdLst>
        </p14:section>
        <p14:section name="Orçamento" id="{8964325b-1c0d-a3e8-bb3e-2d52d8da50e3}">
          <p14:sldIdLst>
            <p14:sldId id="269"/>
            <p14:sldId id="270"/>
            <p14:sldId id="271"/>
          </p14:sldIdLst>
        </p14:section>
        <p14:section name="Próximos passos" id="{8888cc92-cc6e-7d67-dfb5-5e150816c45d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—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 — só peças</c:v>
                  </c:pt>
                  <c:pt idx="1">
                    <c:v>A interna — peças + mão de obra</c:v>
                  </c:pt>
                  <c:pt idx="2">
                    <c:v>B2 — RFID leitor fixo</c:v>
                  </c:pt>
                  <c:pt idx="3">
                    <c:v>B1 — RFID pulseira</c:v>
                  </c:pt>
                  <c:pt idx="4">
                    <c:v>A terceiros — placa própria (EMS)</c:v>
                  </c:pt>
                  <c:pt idx="5">
                    <c:v>A terceiros —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187</c:v>
                </c:pt>
                <c:pt idx="1">
                  <c:v>255</c:v>
                </c:pt>
                <c:pt idx="2">
                  <c:v>278</c:v>
                </c:pt>
                <c:pt idx="3">
                  <c:v>279</c:v>
                </c:pt>
                <c:pt idx="4">
                  <c:v>326</c:v>
                </c:pt>
                <c:pt idx="5">
                  <c:v>796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da reunião é decidir o piloto e a arquitetura. Tudo o que for mostrado tem planilha, documento técnico e simulador como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mede o ganho real antes do investimento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conferência, como hoje, para não alterar processos além do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 fechamento só com a leitura atende ao pedido da operação: selecionar opção na tela reduz produtividade.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alternativa A1 (app) dá a melhor experiência; A2 (tela do WMS) é mais rápida de desenvolver e pode servir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Leitores de pulso comerciais são UHF (ex.: FEIG ≈ US$ 997) e leem de longe, com risco de pegar a caixa vizinha. Por isso a proposta usa NFC de curto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Arquitetura B reaproveita 100% da infraestrutura de displays da A, então começar pela A não perde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Estação 05: 209 endereços. 49 de alto giro (29 com display próprio + 20 nos blocos dos andares 4-5) e 160 de baixo giro em 6 zonas.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central da operação é reduzir manutenção. Cada módulo se conecta por RJ45; o nó de coluna concentra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arquiteto de software: o serviço lê os itens por views no Sybase para não acoplar ao modelo do WMS. Linguagem e hospedagem do serviço ficam para a decisão 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(EMS) só se paga em escala por causa do projeto (≈ R$ 15 mil) e da importação. Todas as quantidades e preços são editáveis na 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custo de peças fica praticamente igual (R$ 187 mil × R$ 186 mil), mas 5 V exige mais pontos de alimentação e aumenta a manutenção — por isso a recomendação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Prazos estimados;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completos na seção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(repositório picking_to_light, pasta simulador-3d): python iniciar_3d.py. Usar a estação 05 com os 209 endereços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as quatro decisões permitem iniciar o protótipo de bancada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Arquitetura, funcionamento, orçamento e demonstração · 40 estações de Medicamento e Perfumaria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5780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Versão para decisão · 23/10/2026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Resumo: piloto de R$ 13,9 mil para validar a operação completa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Medicamento + 20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R$ 255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Recomendação: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Arquitetura A (coletores MovFast já existentes + concentrador + displays), produção interna em 12 V, piloto nas estações 05 e 27. A Arquitetura B (RFID) fica como evolução, usando a mesma infraestrutura de displays.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4300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Decisões pedidas hoje: aprovar o piloto, a arquitetura A como base e o caminho de produção interna.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Hoje o operador procura o endereço; a luz passa a indicar onde e quanto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≈ 3.000 volumes/dia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produtos/dia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em linha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era o problema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na experiência anterior (fios contínuos na canaleta)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 de qualquer display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Visão em tempo real para gestão e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Fora do escopo agora: controle da esteira (BHT), falta no display (segue na conferência) e reposição (melhoria futura).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Quatro passos, nenhum toque na tela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Alto giro: todos os endereços com a quantidade. Baixo giro: endereço + quantidade por zona.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todos apagados, nova leitura fecha a caixa, registra no Sybase e ela segue.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acontecem com a leitura RFID da tag fixa na caixa retornável.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Duas arquiteturas, uma mesma infraestrutura de displays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muda só a forma de identificar a caixa: coletor (A) ou RFID (B)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existente + concentrador por estação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(recomendado)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+ MQTT, integra Sybase e API do BHT, painel de gestão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Ethernet cabeada, 2 barramentos RS-485, fonte 12 V,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 retornável, mesmos displays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 — leitor fixo (recomendado)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na posição da caixa + painel LCD. Nada no corpo do operador.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 —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≈ R$ 130 por unidade, mãos livres; bateria e conforto são o ponto de atenção.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 ≈ R$ 2,37/un; frota estimada de 5.000 caixas (confirmar).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começa mais rápido e mais barato; B tira o coletor da mão do operador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 —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 — RFID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já existentes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fixa na caixa + leitor por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Ação do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(abre); nova leitura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 —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R$ 255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R$ 278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1.000 h +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 (tags, cadastro, mecânica)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estação: frente de alto giro e fundo de baixo giro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os endereços reais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Cada endereço de alto giro tem display; o baixo giro é atendido por zonas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942" y="1188720"/>
            <a:ext cx="9559636" cy="4206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0-3: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4-5: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 blocos por estação (esq./dir.) com endereço + quantidade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endereço + quantidade a cada 4 prédios (6 a 9 zonas)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Conector em todos os trechos: display trocado em menos de 5 minutos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RS-485 e 12 V no mesmo cabo;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Diferente do sistema anterior: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chega a 34% em 5 V e a 14% em 12 V, absorvida pelos reguladores locais.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contra poeira e calor; auto-teste diário dos displays.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No coletor, só o necessário: abrir, acompanhar e fechar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monitoramento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Status das 40 estações em tempo real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Caixas/hora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Para gestão da operação e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Integração: o Serviço PTL fala com o Sybase, a API do BHT e os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PTL (sessões, eventos, mapa) e views dos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caixa; aviso de conclusão a validar com o fornecedor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por estação, com usuário e ACL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dedicada; coletores no Wi-Fi existente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 e caminhos de produção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cotados em lojas brasileiras em 23/10/2026; estimativas marcadas na planilha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Produção interna custa um terço de um sistema comercial importado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+ 27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10.443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 + MO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13.875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 — RFID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15.048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placa própria (EMS)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31.822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40.650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 estimado: ≈ 1.080 h (A) e ≈ 1.000 h (B). Mão de obra a R$ 34,93/h (salário médio de técnico + encargos).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Interno no piloto; placa própria como opção de escala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R$ 255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imediata, domínio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Exige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R$ 326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 ≈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Qualidade e repetibilidade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R$ 796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≈ 3× o custo da produção interna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Cotação formal necessária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Piloto em cerca de 10 semanas, expansão por esteira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3-4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concentrador, 1 nó, displays, Serviço PTL mínimo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6-8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painel, medição antes/depois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Indicadores, ajuste das zonas, decisão A/B e produção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10-14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em lotes de 5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passagem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e medidas das estações, média de itens por caixa, acesso à API do BHT e às tabelas de pedido no Sybase, e definição da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conhecidos já têm mitigação no desenho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 (experiência anterior)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rápida, auto-teste diário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cooler; componentes para 0-50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Dependência de um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 opção de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Adoção pelos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operadores-chave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Demonstração: a estação 05 em 3D, com o fluxo completo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(≈ 5 min)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Caixa chega pela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(ou modo RFID)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Frente e fundo acendem com os endereços reais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botões; zonas avançam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a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mostra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 para hoje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(≈ R$ 13,9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Adotar a Arquitetura A como base, com B como evolução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Produção interna em 12 V no piloto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fotos,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 — Arquitetura e orçamento</dc:title>
  <dc:subject>PptxGenJS Presentation</dc:subject>
  <dc:creator>PptxGenJS</dc:creator>
  <cp:lastModifiedBy>PptxGenJS</cp:lastModifiedBy>
  <cp:revision>1</cp:revision>
  <dcterms:created xsi:type="dcterms:W3CDTF">2026-10-24T00:01:54Z</dcterms:created>
  <dcterms:modified xsi:type="dcterms:W3CDTF">2026-10-24T00:01:54Z</dcterms:modified>
</cp:coreProperties>
</file>