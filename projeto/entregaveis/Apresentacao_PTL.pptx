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c0ec5f1-db94-7833-f109-df3c812ca87a}">
          <p14:sldIdLst>
            <p14:sldId id="256"/>
            <p14:sldId id="257"/>
            <p14:sldId id="258"/>
            <p14:sldId id="259"/>
          </p14:sldIdLst>
        </p14:section>
        <p14:section name="Arquiteturas" id="{d76b9581-3941-bdc5-3041-d9bc55a280aa}">
          <p14:sldIdLst>
            <p14:sldId id="260"/>
            <p14:sldId id="261"/>
            <p14:sldId id="262"/>
            <p14:sldId id="263"/>
            <p14:sldId id="264"/>
          </p14:sldIdLst>
        </p14:section>
        <p14:section name="A estação" id="{bd610f43-c7d3-3455-4588-e9ef0a38b815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Orçamento" id="{af852851-8a76-d3fb-bf79-18c3748e1eee}">
          <p14:sldIdLst>
            <p14:sldId id="272"/>
            <p14:sldId id="273"/>
            <p14:sldId id="274"/>
          </p14:sldIdLst>
        </p14:section>
        <p14:section name="Próximos passos" id="{4848c3cc-1d8f-6123-cec5-f2c39ee11f9a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para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 interna, só materiais</c:v>
                  </c:pt>
                  <c:pt idx="1">
                    <c:v>A interna, com mão de obra</c:v>
                  </c:pt>
                  <c:pt idx="2">
                    <c:v>A com placa própria (EMS)</c:v>
                  </c:pt>
                  <c:pt idx="3">
                    <c:v>A com PTL comercial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223</c:v>
                </c:pt>
                <c:pt idx="1">
                  <c:v>305</c:v>
                </c:pt>
                <c:pt idx="2">
                  <c:v>328</c:v>
                </c:pt>
                <c:pt idx="3">
                  <c:v>754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da reunião: decidir o piloto e a arquitetura. A planilha, o documento técnico e o simulador estão disponíveis para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permite medir o ganho antes de investir no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 para não mudar mais processos do que 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operação pediu que abrir e fechar a caixa fosse só pela leitura, sem escolher opção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 (A1) é melhor para o operador. A tela do WMS (A2) é mais rápida de fazer e pode ser usada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Azul: software novo (Serviço PTL). Verde: hardware novo em cada estação. Marrom: sistemas que já existem. Tracejado: opcional ou melhoria futura (RFID com pulseira). O serviço fala com o Sybase por SQL, com o BHT por HTTP e com os 40 concentradores por MQTT na rede cabeada; cada concentrador comanda dois barramentos RS-485.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leitores de pulso comerciais são UHF (o FEIG custa cerca de US$ 997) e leem de longe, podendo pegar a caixa vizinha. Por isso a proposta usa NFC, que lê a poucos centímetros.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O RFID usa toda a parte de displays da A, então começar pelo coletor não desperdiça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lado, a uns 20 cm uma da outra. A transferência passa a bacia para a separação e o rolete direcionador manda para 2 estações à esquerda ou 2 à direita (ex.: entre 11 e 12 atende 10 a 13; na ponta, entre 3 e 4 atende 3, 4 e 5). A bacia só entra nas estações com itens do pedido. Alto giro na frente do operador, com a esteira de transporte passando por dentro (por baixo do andar 3 e por cima do andar 4) e a de separação aberta na frente; corredor do baixo giro atrás do operador, com 020-031 à esquerda e 043 a 032 à direita; o 015 ocupa a frente do bloco inteiro (1 m), virado para a esteira. Andares 4 e 5 do alto giro por baixo da esteira de separação. Medidas do desenho: 2,5 m de alto giro por estação, blocos de 1 m (2 prateleiras de 50 cm × 2 m) e corredor de cerca de 1,5 m. A barra âmbar na frente do alto giro avisa que a caixa tem itens no baixo giro. O concentrador fica atrás da estação e o barramento do baixo giro passa por cima das esteiras.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e 20 nos andares 4 e 5, atendidos por dois displays) e 160 de baixo giro em 4 zonas (2 por lado, displays na altura dos olhos).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principal pedido da operação é reduzir a manutenção. Cada módulo se liga por RJ45 e o nó de coluna reúne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interface de controle mostra o endereço no formato da etiqueta (0.05.0042.A), o módulo (nó e porta, ou endereço RS-485 do E+Q), o local e o tipo de falha. Na troca, o técnico escolhe o endereço na tela, o módulo novo pisca CAd e ele aperta o botão desse módulo para gravar o LED no endereço. Sem hardware extra dá para detectar módulo sem resposta, display desconectado, botão travado e cabo rompido; segmento queimado aparece no teste 8888 do início do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arquitetura de software: o serviço lê os itens por views no Sybase para não depender do modelo do WMS. Linguagem e servidor ainda serão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só compensa em escala, por causa do projeto (cerca de R$ 15 mil) e da importação. Quantidades e preços podem ser alterados na planilha. Mão de obra a R$ 34,93/h (técnico) e software a R$ 103,78/h (analista de desenvolvimento), salários médios do salario.com.br com encargos. Os materiais incluem canaleta pelo layout real, alimentação dos concentradores, tomadas novas, nobreak e rack dos switches, ferramentas e frete.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 5 V fica mais caro (R$ 223 mil × R$ 243 mil em materiais), porque a fonte de 5 V e o cabo de força extra custam mais do que os reguladores economizados, e o 5 V ainda aumenta a manutenção. Por isso a indicação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prazos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no item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com python iniciar.py no repositório picking_to_light (versão unificada). Abas: Estação 3D, Comunicação, Lado a lado e Controle (falhas e cadastro de LED). Usar a estação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essas quatro decisões, o protótipo de bancada pode começar na semana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Proposta de arquitetura, orçamento e piloto para as 40 estações de Medicamento e Perfumaria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TI · outubro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de Medicamento e 20 de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R$ 305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R$ 22,2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bancada + estações 04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Proposta: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começar pela Arquitetura A, que usa os coletores MovFast que já temos, com os módulos montados internamente e alimentação em 12 V. O piloto seria nas estações 04 e 27. O RFID com pulseira fica como melhoria futura, aproveitando os mesmos displays.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 decidir hoje: aprovação do piloto, Arquitetura A como base e montagem interna dos módulos.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Situação atual e objetivos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Cerca de 3.000 volumes por 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 por 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no sistema anterior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fios contínuos na canaleta davam muito trabalho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Trocar um display com defeito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Acompanhamento das estações pela gestão e pela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Fica fora nesta fase: controle da esteira (continua no BHT), falta de produto (continua na conferência) e reposição.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Como funciona na estação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alto giro acendem todos os endereços da caixa. No baixo giro, cada zona mostra endereço e quantidade.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tudo apagado, nova leitura fecha a caixa, grava no Sybase e a caixa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No futuro, com RFID, os passos 1 e 4 passam a ser feitos encostando a pulseira na tag da caixa.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Arquiteturas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 POC e a implantação usam o coletor que já temos. O RFID com pulseira usa os mesmos displays e fica como melhoria futura.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de dados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(indicado)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e MQTT, ligado ao Sybase e à API do BHT, com painel de acompanhamento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Rede cabeada, dois barramentos RS-485, fonte de 12 V e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de componentes</a:t>
            </a:r>
            <a:endParaRPr lang="en-US" sz="2600" dirty="0"/>
          </a:p>
        </p:txBody>
      </p:sp>
      <p:pic>
        <p:nvPicPr>
          <p:cNvPr id="3" name="Image 0" descr="/home/claude/ptl-projeto/diagramas/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380" y="1097280"/>
            <a:ext cx="8256760" cy="5212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Melhoria futura: RFID com pulseira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Depois da POC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 POC e a implantação usam o coletor. O leitor fixo saiu do projeto.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Cerca de R$ 113 por unidade, mãos livres. Acréscimo de ~R$ 32 mil para as 40 estações.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NTAG213, cerca de R$ 2,37 cada. Frota estimada em 5.000 caixas, a confirmar.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Coletor hoje, RFID depois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Coletor (POC e implantação)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RFID com pulseira (futuro)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que já temos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em cada caixa e pulseira no operador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 que o operador faz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Aperta o 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Encosta o pulso na tag para abrir e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Hardware,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R$ 305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+ R$ 29 mil sobre o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1.144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+ 80 h e o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Conforto e bateria da pulseira;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POC em ~10 semanas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Depois da POC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desenhado com a operação e com os endereços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Planta da estação e transferência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086" y="1143000"/>
            <a:ext cx="8931349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Vista frontal da estação 05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 a 3: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 e 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duas zonas, cada uma com um display de endereço e quantidade, por baixo da esteira de separação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duas zonas por lado, com display na altura dos olhos, e sinal luminoso na frente do operador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Displays e cabeamento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e 12 V no mesmo cabo.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Ao contrário do sistema anterior,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é de 34% em 5 V e de 14% em 12 V, que os reguladores dos módulos compensam.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por causa da poeira e do calor. Teste dos displays a cada turno.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Telas do coletor e painel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acompanhamento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Situação das 40 estações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 por 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 LED falhou e onde ele fica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Cadastro de LED por endereço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Usado pela gestão da operação e pela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Falha de LED e cadastro por endereço</a:t>
            </a:r>
            <a:endParaRPr lang="en-US" sz="2600" dirty="0"/>
          </a:p>
        </p:txBody>
      </p:sp>
      <p:pic>
        <p:nvPicPr>
          <p:cNvPr id="3" name="Image 0" descr="/home/claude/ptl-projeto/diagramas/manuten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1247120" cy="47987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 com Sybase, BHT e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do PTL (sessões, eventos e mapa) e views com 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caixa. O aviso de conclusão depende do fornecedor.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de cada estação, com usuário e permissão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só do PTL. Coletores no Wi-Fi atual.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de lojas on-line consultados em 27/10/2026, cada um com o link na planilha (aba Fontes).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Custo de hardware por cenário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04 e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materiais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14.434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com mão de obra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19.135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POC com contingência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22.244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placa própria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34.489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41.047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interno: cerca de 1.144 h, ou R$ 119 mil. RFID futuro: + R$ 29 mil e 80 h. Com 10% de contingência e o software, a Arquitetura A soma cerca de R$ 455 mil.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Fazer internamente ou comprar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R$ 305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R$ 328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placa, cerca de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Peças sempre iguais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R$ 754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Cerca de 2,5 vezes o custo interno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cotação formal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 a 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Um concentrador, um nó, displays e versão mínima do Serviço PTL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~10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POC 04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Bancada, depois as 2 estações completas, app do coletor e medição antes e 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Resultados, ajuste das zonas e decisão entre A e B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 a 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de cinco em cinco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entrega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Precisamos 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medidas das estações, média de itens por caixa, acesso à API do BHT e às tabelas de pedido no Sybase e 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e como tratar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alta, como no sistema anterior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 e teste a cada turno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 e componentes para 0 a 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Depender de um único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e, se necessário,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Resistência dos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 experientes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 no simulador 3D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(5 minutos)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 caixa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da caixa no coletor virtual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com os endereços da tabela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 e a caixa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Falha de LED: aviso na interface de controle e cadastro do módulo novo com o botão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a POC: bancada + estações 04 e 27 (cerca de R$ 22,2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Usar a Arquitetura A como base e deixar a B para depois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Montar os módulos internamente, em 12 V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medidas,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Pick-to-Light: arquitetura e orçamento</dc:title>
  <dc:subject>PptxGenJS Presentation</dc:subject>
  <dc:creator>PptxGenJS</dc:creator>
  <cp:lastModifiedBy>PptxGenJS</cp:lastModifiedBy>
  <cp:revision>1</cp:revision>
  <dcterms:created xsi:type="dcterms:W3CDTF">2026-10-27T17:55:29Z</dcterms:created>
  <dcterms:modified xsi:type="dcterms:W3CDTF">2026-10-27T17:55:29Z</dcterms:modified>
</cp:coreProperties>
</file>